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inti ≤ 2 menit: npm run uji -- --run demo01, lalu buka bukti/demo01/ringkasan.md.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34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Masalah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 Tiket Bantuan Pelanggan · Capstone MP-11 · Floribertus Yericho Pramudya · Inkka Ruslly Dwitama · Luqman Adhi Kuncoro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Tiket bantuan harus diarahkan ke antrean layanan </a:t>
            </a:r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atau </a:t>
            </a:r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tanpa membuat penerimaan tiket ikut lambat.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FCF1EF"/>
          </a:solidFill>
          <a:ln w="12700">
            <a:solidFill>
              <a:srgbClr val="FCF1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65960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60704" y="1965960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Sinkron (tanpa broker)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386584"/>
            <a:ext cx="35753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Penerima tiket memanggil pemroses secara langsung. Bila pemroses lambat atau mati, penerimaan ikut tertahan atau gagal.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78308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EEF7F1"/>
          </a:solidFill>
          <a:ln w="12700">
            <a:solidFill>
              <a:srgbClr val="EEF7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1965960"/>
            <a:ext cx="310896" cy="31089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10328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312664" y="1965960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Asinkron (dengan broker)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10328" y="2386584"/>
            <a:ext cx="35753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Penerima hanya menerbitkan event </a:t>
            </a:r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ticket.created</a:t>
            </a:r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Worker memproses secara terpisah dengan </a:t>
            </a:r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tetap</a:t>
            </a:r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billing → FINANCE, technical → TECH, lainnya → GENERAL.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A05, pola W (work queue). Semua data sintetis/fiktif.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34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Desain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 Tiket Bantuan Pelanggan · Capstone MP-11 · Floribertus Yericho Pramudya · Inkka Ruslly Dwitama · Luqman Adhi Kuncoro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397203" cy="914400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005840"/>
            <a:ext cx="12508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+ confirm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854403" y="1005840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65299" y="1005840"/>
            <a:ext cx="1397203" cy="914400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38451" y="1005840"/>
            <a:ext cx="12508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</a:t>
            </a:r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(direct)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562502" y="1005840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873398" y="1005840"/>
            <a:ext cx="1397203" cy="914400"/>
          </a:xfrm>
          <a:prstGeom prst="roundRect">
            <a:avLst>
              <a:gd name="adj" fmla="val 8000"/>
            </a:avLst>
          </a:prstGeom>
          <a:solidFill>
            <a:srgbClr val="FDF4EC"/>
          </a:solidFill>
          <a:ln w="25400">
            <a:solidFill>
              <a:srgbClr val="D966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46550" y="1005840"/>
            <a:ext cx="12508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</a:t>
            </a:r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270602" y="1005840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581498" y="1005840"/>
            <a:ext cx="1397203" cy="914400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54650" y="1005840"/>
            <a:ext cx="12508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+ klasifikasi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978701" y="1005840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89597" y="1005840"/>
            <a:ext cx="1397203" cy="914400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62749" y="1005840"/>
            <a:ext cx="12508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24028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EEF7F1"/>
          </a:solidFill>
          <a:ln w="12700">
            <a:solidFill>
              <a:srgbClr val="EEF7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2423160"/>
            <a:ext cx="310896" cy="31089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60704" y="2423160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valid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2843784"/>
            <a:ext cx="35753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+ assignment disimpan dalam </a:t>
            </a:r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transaksi</a:t>
            </a:r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lalu pesan di-</a:t>
            </a:r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</a:t>
            </a:r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09160" y="224028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FCF1EF"/>
          </a:solidFill>
          <a:ln w="12700">
            <a:solidFill>
              <a:srgbClr val="FCF1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0328" y="2423160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10328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312664" y="2423160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tidak valid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910328" y="2843784"/>
            <a:ext cx="357530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Dicatat di </a:t>
            </a:r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ticket_rejections</a:t>
            </a:r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lalu di-</a:t>
            </a:r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nack</a:t>
            </a:r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 </a:t>
            </a:r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support.dlx</a:t>
            </a:r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triage.rejected</a:t>
            </a:r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(DLQ).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= pengarah pesan · queue = antrean · worker = pemroses · ack = konfirmasi selesai · DLQ = antrean pesan gagal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34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Satu event sampai efek bisnis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 Tiket Bantuan Pelanggan · Capstone MP-11 · Floribertus Yericho Pramudya · Inkka Ruslly Dwitama · Luqman Adhi Kuncoro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1042416"/>
            <a:ext cx="347472" cy="347472"/>
          </a:xfrm>
          <a:prstGeom prst="ellipse">
            <a:avLst/>
          </a:prstGeom>
          <a:solidFill>
            <a:srgbClr val="D9661F"/>
          </a:solidFill>
          <a:ln w="12700">
            <a:solidFill>
              <a:srgbClr val="D966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42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005840"/>
            <a:ext cx="7726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menyimpan envelope 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run01-N01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 file, lalu publish dengan </a:t>
            </a:r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+ mandatory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agar pesan dipastikan masuk queue.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82496"/>
            <a:ext cx="347472" cy="347472"/>
          </a:xfrm>
          <a:prstGeom prst="ellipse">
            <a:avLst/>
          </a:prstGeom>
          <a:solidFill>
            <a:srgbClr val="D9661F"/>
          </a:solidFill>
          <a:ln w="12700">
            <a:solidFill>
              <a:srgbClr val="D966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645920"/>
            <a:ext cx="7726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menyimpan pesan persistent di queue durable 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347472" cy="347472"/>
          </a:xfrm>
          <a:prstGeom prst="ellipse">
            <a:avLst/>
          </a:prstGeom>
          <a:solidFill>
            <a:srgbClr val="D9661F"/>
          </a:solidFill>
          <a:ln w="12700">
            <a:solidFill>
              <a:srgbClr val="D966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286000"/>
            <a:ext cx="7726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memvalidasi kontrak, lalu 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classify("billing")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62656"/>
            <a:ext cx="347472" cy="347472"/>
          </a:xfrm>
          <a:prstGeom prst="ellipse">
            <a:avLst/>
          </a:prstGeom>
          <a:solidFill>
            <a:srgbClr val="D9661F"/>
          </a:solidFill>
          <a:ln w="12700">
            <a:solidFill>
              <a:srgbClr val="D966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926080"/>
            <a:ext cx="7726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transaksi DB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cek 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event_id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inbox → simpan assignment 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ASSIGNED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COMMIT → </a:t>
            </a:r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347472" cy="347472"/>
          </a:xfrm>
          <a:prstGeom prst="ellipse">
            <a:avLst/>
          </a:prstGeom>
          <a:solidFill>
            <a:srgbClr val="D9661F"/>
          </a:solidFill>
          <a:ln w="12700">
            <a:solidFill>
              <a:srgbClr val="D966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566160"/>
            <a:ext cx="7726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ulang?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event_id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sudah ada di inbox, jadi dicatat 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</a:t>
            </a:r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tanpa assignment kedua.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sebelum ack → broker mengirim ulang pesan (redelivered) → inbox menahan duplikat. Bukti: bukti/run01/worker-w1.log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34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Bukti pengujian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 Tiket Bantuan Pelanggan · Capstone MP-11 · Floribertus Yericho Pramudya · Inkka Ruslly Dwitama · Luqman Adhi Kuncoro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F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event valid (N01–N20)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20 assignment (7 / 7 / 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 dihentikan, kirim G01–G05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ready=5, consumers=0 → pulih → 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 N01–N05 (ID dan payload sama)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Tetap 25, 5 ×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DUPLICATE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X01 tanpa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ticket_id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lalu V01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X01 ke DLQ, V01 diproses → 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4612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DF4EC"/>
          </a:solidFill>
          <a:ln w="12700">
            <a:solidFill>
              <a:srgbClr val="FDF4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246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4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unik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291840" y="324612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DF4EC"/>
          </a:solidFill>
          <a:ln w="12700">
            <a:solidFill>
              <a:srgbClr val="FDF4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91840" y="3246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4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 bisnis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126480" y="324612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DF4EC"/>
          </a:solidFill>
          <a:ln w="12700">
            <a:solidFill>
              <a:srgbClr val="FDF4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26480" y="3246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4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ke DLQ (X01)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34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Kesimpulan dan batasan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 Tiket Bantuan Pelanggan · Capstone MP-11 · Floribertus Yericho Pramudya · Inkka Ruslly Dwitama · Luqman Adhi Kuncoro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EEF7F1"/>
          </a:solidFill>
          <a:ln w="12700">
            <a:solidFill>
              <a:srgbClr val="EEF7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188720"/>
            <a:ext cx="310896" cy="31089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60704" y="1188720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sudah terbukti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609344"/>
            <a:ext cx="3410712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bertahan saat worker mati dan saat broker restart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-9</a:t>
            </a:r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saat proses → redelivered → tetap 1 assignment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tidak menambah hasil bisnis (idempotent)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key salah terdeteksi (</a:t>
            </a:r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basic.return</a:t>
            </a:r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DF4EC"/>
          </a:solidFill>
          <a:ln w="12700">
            <a:solidFill>
              <a:srgbClr val="FDF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10328" y="1188720"/>
            <a:ext cx="310896" cy="310896"/>
          </a:xfrm>
          <a:prstGeom prst="ellipse">
            <a:avLst/>
          </a:prstGeom>
          <a:solidFill>
            <a:srgbClr val="D9661F"/>
          </a:solidFill>
          <a:ln w="12700">
            <a:solidFill>
              <a:srgbClr val="D966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10328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12664" y="1188720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Batasan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1609344"/>
            <a:ext cx="3410712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tanpa outbox, jadi tidak ada klaim "tanpa kehilangan pesan"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Single-node; hanya gangguan consumer dan restart broker yang diuji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 + idempotent, </a:t>
            </a:r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</a:t>
            </a:r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exactly-once end-to-end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DB → worker berhenti, belum ada retry berjeda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A05 Tiket Bantuan Pelanggan</dc:title>
  <dc:subject>PptxGenJS Presentation</dc:subject>
  <dc:creator>PptxGenJS</dc:creator>
  <cp:lastModifiedBy>PptxGenJS</cp:lastModifiedBy>
  <cp:revision>1</cp:revision>
  <dcterms:created xsi:type="dcterms:W3CDTF">2026-09-24T09:06:06Z</dcterms:created>
  <dcterms:modified xsi:type="dcterms:W3CDTF">2026-09-24T09:06:06Z</dcterms:modified>
</cp:coreProperties>
</file>