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tanpa istilah teknis, memakai perumpamaan kantor layanan. Slide teknis (SLIDES.pptx) untuk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Masalahnya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bantuan menerima banyak keluhan pelanggan sekaligus. Setiap keluhan harus diteruskan ke bagian yang tepat.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CF1EF"/>
          </a:solidFill>
          <a:ln w="12700">
            <a:solidFill>
              <a:srgbClr val="FCF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9659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antrean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386584"/>
            <a:ext cx="35753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loket harus menunggu keluhan selesai dipilah. Bila pemilah lambat atau berhalangan, loket ikut macet dan pelanggan menunggu lama.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EF7F1"/>
          </a:solidFill>
          <a:ln w="12700">
            <a:solidFill>
              <a:srgbClr val="EEF7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96596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12664" y="19659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kami inginkan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2386584"/>
            <a:ext cx="35753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Loket cukup menerima keluhan lalu langsung siap melayani pelanggan berikutnya. Pemilahan berjalan terpisah tanpa ada keluhan yang terlewat.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pelanggan dan keluhan dalam proyek ini fiktif (data latihan).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Solusinya: kotak antrean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4228" cy="109728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005840"/>
            <a:ext cx="1677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Loket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keluhan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1428" y="1005840"/>
            <a:ext cx="310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92324" y="1005840"/>
            <a:ext cx="1824228" cy="1097280"/>
          </a:xfrm>
          <a:prstGeom prst="roundRect">
            <a:avLst>
              <a:gd name="adj" fmla="val 6667"/>
            </a:avLst>
          </a:prstGeom>
          <a:solidFill>
            <a:srgbClr val="FDF4EC"/>
          </a:solidFill>
          <a:ln w="25400">
            <a:solidFill>
              <a:srgbClr val="D966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65476" y="1005840"/>
            <a:ext cx="1677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 Kotak antrean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dengan aman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1005840"/>
            <a:ext cx="310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27448" y="1005840"/>
            <a:ext cx="1824228" cy="109728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005840"/>
            <a:ext cx="1677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Petugas pemilah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&amp; memilah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1005840"/>
            <a:ext cx="310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62572" y="1005840"/>
            <a:ext cx="1824228" cy="109728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35724" y="1005840"/>
            <a:ext cx="1677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Buku catatan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tersimpan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514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pemilahan yang selalu sama: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tagihan → Keuangan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 → Tim Teknis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lainnya → Layanan Umum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teknis: loket = producer · kotak antrean = RabbitMQ (queue </a:t>
            </a:r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petugas pemilah = worker · buku catatan = database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Perjalanan satu keluhan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996696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96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960120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masuk dengan nomor unik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misalnya keluhan tagihan dari pelanggan CUS-001.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55064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18488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Disimpan di kotak antrean.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Kotak memberi tanda terima bahwa keluhan sudah aman.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276856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pemilah membaca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keluhan itu lalu menentukan bagiannya: tagihan →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935224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Dicatat di buku dulu, baru dicentang "selesai".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Bila petugas tiba-tiba pergi sebelum mencentang, keluhan kembali ke kotak dan tidak hilang.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0168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593592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yang sama tidak dicatat dua kali.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Bila keluhan yang sama terkirim ulang, petugas melihat nomornya sudah ada di buku lalu melewatinya.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teknis: tanda terima = publisher confirm · centang "selesai" = ack setelah commit · cek nomor = idempotency (inbox)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Apa yang kami uji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Situasi yang kami coba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keluhan biasa masuk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20 tercatat di bagian yang benar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Petugas pemilah berhenti, lalu 5 keluhan baru datang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Kelimanya menunggu di kotak dan tidak hilang. Setelah petugas kembali, semuanya diproses (total 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keluhan lama terkirim ulang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Tetap 25, tidak ada catatan ganda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keluhan rusak (tanpa nomor)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Disisihkan ke kotak khusus. Keluhan berikutnya tetap diproses (total 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204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tercatat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91840" y="35204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ganda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126480" y="35204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hilang saat uji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Kesimpulan dan batasan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EEF7F1"/>
          </a:solidFill>
          <a:ln w="12700">
            <a:solidFill>
              <a:srgbClr val="EEF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8872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18872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sudah terbukti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09344"/>
            <a:ext cx="341071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Loket tetap bisa menerima keluhan walau pemilah berhenti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yang menunggu tidak hilang dan diproses saat pemilah kembali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terkirim ulang tidak menimbulkan catatan ganda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rusak disisihkan tanpa mengganggu yang lain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1188720"/>
            <a:ext cx="310896" cy="310896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118872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yang jujur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609344"/>
            <a:ext cx="341071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prototipe latihan dengan data fiktif di satu laptop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menguji petugas pemilah berhenti dan kotak antrean dinyalakan ulang, belum kerusakan besar seperti disk rusak atau jaringan putus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kami belum mengklaim "dijamin tidak pernah hilang"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A05 ramah awam</dc:title>
  <dc:subject>PptxGenJS Presentation</dc:subject>
  <dc:creator>PptxGenJS</dc:creator>
  <cp:lastModifiedBy>PptxGenJS</cp:lastModifiedBy>
  <cp:revision>1</cp:revision>
  <dcterms:created xsi:type="dcterms:W3CDTF">2026-09-24T09:06:06Z</dcterms:created>
  <dcterms:modified xsi:type="dcterms:W3CDTF">2026-09-24T09:06:06Z</dcterms:modified>
</cp:coreProperties>
</file>